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54864" cy="4023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8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RANKING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Hackathon — AI Challenge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3200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60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keyword matching —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 the JD means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AI Engineer (Founding Team) · Redrob AI · 100,000 candidates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keyword search fails this JD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1A2E42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STUFFERS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 listing 15 AI skill keywords. Top result of naive embedding search. Zero real fit.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1887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1A2E42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325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TIER 5s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2860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real recommendation system but profile says 'Backend Engineer'. Missed by skill matching.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11887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1A2E42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325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👻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8076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CANDIDATES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2860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Perfect-on-paper but inactive 200+ days, 5% recruiter response rate. Not actually available.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contains ~80 honeypot candidates and deliberately traps keyword-based systems.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composite ranker — no ML training, fully explainable, CPU in ~40 seconds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54533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554480"/>
            <a:ext cx="3657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14300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188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154533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1554480"/>
            <a:ext cx="3657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14300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188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7-Signal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154533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3657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114300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188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154533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286000"/>
            <a:ext cx="81381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3225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/ Role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232257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23317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anti-keyword gate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697480"/>
            <a:ext cx="81381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7340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(7 buckets)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0" y="273405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27432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duration × endorsement trust multiplier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108960"/>
            <a:ext cx="81381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1455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60320" y="314553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91840" y="31546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YoE sweet-spot, product company %, prod-ML evidence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520440"/>
            <a:ext cx="81381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5570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60320" y="355701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91840" y="35661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last_active recency + response_rate + notice_period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931920"/>
            <a:ext cx="8138160" cy="34747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9684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560320" y="396849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291840" y="39776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India/Pune/Noida preferred, willing-to-relocate fallback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343400"/>
            <a:ext cx="8138160" cy="34747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3799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560320" y="437997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291840" y="43891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× degree × field relevance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754880"/>
            <a:ext cx="8138160" cy="34747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7914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560320" y="479145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291840" y="48006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activity, saved by recruiters, verifications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BEAT EACH TRAP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54864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Stuffers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0759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component (26%) gates the score. A Marketing Manager scores ≈0 regardless of AI skill keywords.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14800" cy="1005840"/>
          </a:xfrm>
          <a:prstGeom prst="roundRect">
            <a:avLst>
              <a:gd name="adj" fmla="val 5455"/>
            </a:avLst>
          </a:prstGeom>
          <a:solidFill>
            <a:srgbClr val="0A1520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0515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"marketing manager" in title: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0.0  # disqualified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54864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Candidates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67919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sub-score (14%): last_active recency carries 30%. Inactive 180+ days → 0.2 recency multiplier.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331720"/>
            <a:ext cx="4114800" cy="1005840"/>
          </a:xfrm>
          <a:prstGeom prst="roundRect">
            <a:avLst>
              <a:gd name="adj" fmla="val 5455"/>
            </a:avLst>
          </a:prstGeom>
          <a:solidFill>
            <a:srgbClr val="0A1520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4231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days_inactive &gt; 180: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recency = 0.2  # severely downweighted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703320"/>
            <a:ext cx="54864" cy="1005840"/>
          </a:xfrm>
          <a:prstGeom prst="rect">
            <a:avLst/>
          </a:prstGeom>
          <a:solidFill>
            <a:srgbClr val="8FA8BD"/>
          </a:solidFill>
          <a:ln w="12700">
            <a:solidFill>
              <a:srgbClr val="8FA8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Profiles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05079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4-check detection: expert skills w/ 0 duration, YoE vs graduation year, future start dates, impossible career sums.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703320"/>
            <a:ext cx="4114800" cy="1005840"/>
          </a:xfrm>
          <a:prstGeom prst="roundRect">
            <a:avLst>
              <a:gd name="adj" fmla="val 5455"/>
            </a:avLst>
          </a:prstGeom>
          <a:solidFill>
            <a:srgbClr val="0A1520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7947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expert + duration_months==0 × 5+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HONEYPOT, removed from pool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TRUST MULTIPLIER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Claiming 'expert' with 0 months of usage should carry near-zero weight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A2E42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 = proficiency_base  ×  duration_factor  ×  endorsement_factor  ×  platform_assessment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2057400"/>
            <a:ext cx="26517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848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 Base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441448"/>
            <a:ext cx="2651760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4597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40280" y="245973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2651760" cy="347472"/>
          </a:xfrm>
          <a:prstGeom prst="rect">
            <a:avLst/>
          </a:prstGeom>
          <a:solidFill>
            <a:srgbClr val="152840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8072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280720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136392"/>
            <a:ext cx="2651760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54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40280" y="31546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483864"/>
            <a:ext cx="2651760" cy="347472"/>
          </a:xfrm>
          <a:prstGeom prst="rect">
            <a:avLst/>
          </a:prstGeom>
          <a:solidFill>
            <a:srgbClr val="152840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5021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40280" y="35021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2057400"/>
            <a:ext cx="26517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20848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Factor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54680" y="2441448"/>
            <a:ext cx="2651760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24597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months (expert)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245973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×0.35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54680" y="2788920"/>
            <a:ext cx="2651760" cy="347472"/>
          </a:xfrm>
          <a:prstGeom prst="rect">
            <a:avLst/>
          </a:prstGeom>
          <a:solidFill>
            <a:srgbClr val="152840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8072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 months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280720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×0.65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54680" y="3136392"/>
            <a:ext cx="2651760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3154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18 months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74920" y="31546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×1.05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54680" y="3483864"/>
            <a:ext cx="2651760" cy="347472"/>
          </a:xfrm>
          <a:prstGeom prst="rect">
            <a:avLst/>
          </a:prstGeom>
          <a:solidFill>
            <a:srgbClr val="152840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35021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36 months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74920" y="35021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×1.10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9320" y="2057400"/>
            <a:ext cx="2651760" cy="3840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20848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Endorsement Factor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89320" y="2441448"/>
            <a:ext cx="2651760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24597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endorsements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09560" y="245973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×0.85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89320" y="2788920"/>
            <a:ext cx="2651760" cy="347472"/>
          </a:xfrm>
          <a:prstGeom prst="rect">
            <a:avLst/>
          </a:prstGeom>
          <a:solidFill>
            <a:srgbClr val="152840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0760" y="28072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15 endorsements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09560" y="280720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×1.08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89320" y="3136392"/>
            <a:ext cx="2651760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3154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score ≥80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909560" y="31546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×1.20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89320" y="3483864"/>
            <a:ext cx="2651760" cy="347472"/>
          </a:xfrm>
          <a:prstGeom prst="rect">
            <a:avLst/>
          </a:prstGeom>
          <a:solidFill>
            <a:srgbClr val="152840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80760" y="35021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score ≥60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909560" y="35021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×1.05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44622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JD-required skill buckets: Embeddings · Vector DB · Ranking/IR · LLM/NLP · ML Frameworks · MLOps/Eval · Python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1A2E42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8696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43560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processed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0" y="82296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1A2E42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88696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7,585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606040" y="143560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removed (7.6%)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1A2E42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88696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143560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on CPU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82296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1A2E42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88696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12280" y="143560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candidates ranked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011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CANDIDATES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2395728"/>
            <a:ext cx="8503920" cy="43891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505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4505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CAND_0018499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31720" y="245059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71800" y="2459736"/>
            <a:ext cx="5760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ML Engineer · 7.2yr · Noida · 6/7 buckets · 15d notice · actively searching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898648"/>
            <a:ext cx="8503920" cy="43891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953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29535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CAND_0002025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31720" y="295351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71800" y="2962656"/>
            <a:ext cx="5760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AI Engineer · 5.9yr · Kerala · 7/7 buckets · 30d notice · short notice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401568"/>
            <a:ext cx="8503920" cy="43891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4564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34564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CAND_0081846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45643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71800" y="3465576"/>
            <a:ext cx="5760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AI Engineer · 6.7yr · Jaipur · 7/7 buckets · willing to relocate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904488"/>
            <a:ext cx="8503920" cy="43891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959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39593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CAND_0008425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331720" y="395935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971800" y="3968496"/>
            <a:ext cx="5760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NLP Engineer · 7.8yr · Kolkata · 7/7 buckets · all JD requirements met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407408"/>
            <a:ext cx="8503920" cy="43891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462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44622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CAND_0077337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331720" y="446227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971800" y="4471416"/>
            <a:ext cx="5760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ML Engineer · 7.0yr · Kochi · 6/7 buckets · open to work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rule-based over LLM-per-candidate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54864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call GPT-4 per candidate?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264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constraint: 5min CPU, no network during ranking. 100K × LLM call = infeasible. Rule-based runs in 40 seconds.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54864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57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TF-IDF / BM25 between JD and profile?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JD explicitly warns this is a trap. A Marketing Manager with 15 AI keywords scores top-10 on BM25. Title gating solves this.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3017520"/>
            <a:ext cx="54864" cy="77724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use vector embeddings?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34670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embed and retrieve on the wrong signal (surface text vs. actual fit). Explainability lost. Runtime worse than rule-based for CPU.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977640"/>
            <a:ext cx="54864" cy="77724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bucket skills vs. counting keywords?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30682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JD has 7 distinct requirements. 3 Pinecone mentions counts as 1 bucket hit. Forces breadth-of-coverage, not keyword density.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8686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LLMs at inference time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8869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stdlib, 40s on CPU, fully reproducible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188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7,585 honeypots caught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12070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4-check detector, 0 false-positive risk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55448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5087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Title-first scoring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15270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anti-keyword-stuffer signal, per JD design intent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187452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8288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availability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0" y="184708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accounts ranked down — only reachable candidates surface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19456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1488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reasoning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21671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rank has specific, JD-connected, honest explanation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right answer involves reasoning about the gap between what the JD says and what the JD means."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Job Description, Final Note for Hackathon Participants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7490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reproduce: python rank.py --candidates ./candidates.jsonl --out ./submission.csv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Python 3.8+, stdlib only · Runtime ≤ 40s · Memory &lt; 2 GB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Redrob AI Challenge — Intelligent Candidate Ranking</dc:title>
  <dc:subject>PptxGenJS Presentation</dc:subject>
  <dc:creator>Hackathon Team</dc:creator>
  <cp:lastModifiedBy>Hackathon Team</cp:lastModifiedBy>
  <cp:revision>1</cp:revision>
  <dcterms:created xsi:type="dcterms:W3CDTF">2026-06-23T07:44:25Z</dcterms:created>
  <dcterms:modified xsi:type="dcterms:W3CDTF">2026-06-23T07:44:25Z</dcterms:modified>
</cp:coreProperties>
</file>